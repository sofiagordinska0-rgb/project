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96" d="100"/>
          <a:sy n="96" d="100"/>
        </p:scale>
        <p:origin x="86" y="1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5/12/2026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5/12/2026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5/12/2026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5/12/2026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5/12/2026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5/12/2026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5/12/2026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5/12/2026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5/12/2026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5/12/2026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5/12/2026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5/12/2026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1ED03D-61D0-4588-8C2E-F4BE50997F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uk-UA" sz="5400" dirty="0"/>
              <a:t>Штучний інтелект у повсякденному житті</a:t>
            </a:r>
            <a:endParaRPr lang="ru-RU" sz="54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ECD92EE-6EA3-4DFA-BC3F-4F27332C675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uk-UA" dirty="0"/>
              <a:t>Гординська </a:t>
            </a:r>
            <a:r>
              <a:rPr lang="uk-UA" dirty="0" err="1"/>
              <a:t>софія</a:t>
            </a:r>
            <a:r>
              <a:rPr lang="uk-UA" dirty="0"/>
              <a:t> 11а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919095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0B8C36-29D7-4972-89BD-4C1B63DCA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ШІ у сучасному житті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BE5054DB-FBB5-4C61-BCF9-9E15F48356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47576" y="1358389"/>
            <a:ext cx="5520524" cy="3627204"/>
          </a:xfrm>
          <a:prstGeom prst="rect">
            <a:avLst/>
          </a:prstGeom>
        </p:spPr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919A8AD8-DF5B-4867-A710-554ED08D14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7409" y="2508789"/>
            <a:ext cx="3855720" cy="3011056"/>
          </a:xfrm>
        </p:spPr>
        <p:txBody>
          <a:bodyPr>
            <a:normAutofit fontScale="25000" lnSpcReduction="20000"/>
          </a:bodyPr>
          <a:lstStyle/>
          <a:p>
            <a:endParaRPr lang="ru-RU" b="1" dirty="0"/>
          </a:p>
          <a:p>
            <a:r>
              <a:rPr lang="ru-RU" sz="6200" dirty="0" err="1"/>
              <a:t>Штучний</a:t>
            </a:r>
            <a:r>
              <a:rPr lang="ru-RU" sz="6200" dirty="0"/>
              <a:t> </a:t>
            </a:r>
            <a:r>
              <a:rPr lang="ru-RU" sz="6200" dirty="0" err="1"/>
              <a:t>інтелект</a:t>
            </a:r>
            <a:r>
              <a:rPr lang="ru-RU" sz="6200" dirty="0"/>
              <a:t> — </a:t>
            </a:r>
            <a:r>
              <a:rPr lang="ru-RU" sz="6200" dirty="0" err="1"/>
              <a:t>це</a:t>
            </a:r>
            <a:r>
              <a:rPr lang="ru-RU" sz="6200" dirty="0"/>
              <a:t> </a:t>
            </a:r>
            <a:r>
              <a:rPr lang="ru-RU" sz="6200" dirty="0" err="1"/>
              <a:t>технологія</a:t>
            </a:r>
            <a:r>
              <a:rPr lang="ru-RU" sz="6200" dirty="0"/>
              <a:t>, яка </a:t>
            </a:r>
            <a:r>
              <a:rPr lang="ru-RU" sz="6200" dirty="0" err="1"/>
              <a:t>дозволяє</a:t>
            </a:r>
            <a:r>
              <a:rPr lang="ru-RU" sz="6200" dirty="0"/>
              <a:t> </a:t>
            </a:r>
            <a:r>
              <a:rPr lang="ru-RU" sz="6200" dirty="0" err="1"/>
              <a:t>комп’ютерам</a:t>
            </a:r>
            <a:r>
              <a:rPr lang="ru-RU" sz="6200" dirty="0"/>
              <a:t> </a:t>
            </a:r>
            <a:r>
              <a:rPr lang="ru-RU" sz="6200" dirty="0" err="1"/>
              <a:t>виконувати</a:t>
            </a:r>
            <a:r>
              <a:rPr lang="ru-RU" sz="6200" dirty="0"/>
              <a:t> </a:t>
            </a:r>
            <a:r>
              <a:rPr lang="ru-RU" sz="6200" dirty="0" err="1"/>
              <a:t>завдання</a:t>
            </a:r>
            <a:r>
              <a:rPr lang="ru-RU" sz="6200" dirty="0"/>
              <a:t>, </a:t>
            </a:r>
            <a:r>
              <a:rPr lang="ru-RU" sz="6200" dirty="0" err="1"/>
              <a:t>що</a:t>
            </a:r>
            <a:r>
              <a:rPr lang="ru-RU" sz="6200" dirty="0"/>
              <a:t> </a:t>
            </a:r>
            <a:r>
              <a:rPr lang="ru-RU" sz="6200" dirty="0" err="1"/>
              <a:t>раніше</a:t>
            </a:r>
            <a:r>
              <a:rPr lang="ru-RU" sz="6200" dirty="0"/>
              <a:t> </a:t>
            </a:r>
            <a:r>
              <a:rPr lang="ru-RU" sz="6200" dirty="0" err="1"/>
              <a:t>потребували</a:t>
            </a:r>
            <a:r>
              <a:rPr lang="ru-RU" sz="6200" dirty="0"/>
              <a:t> </a:t>
            </a:r>
            <a:r>
              <a:rPr lang="ru-RU" sz="6200" dirty="0" err="1"/>
              <a:t>людського</a:t>
            </a:r>
            <a:r>
              <a:rPr lang="ru-RU" sz="6200" dirty="0"/>
              <a:t> </a:t>
            </a:r>
            <a:r>
              <a:rPr lang="ru-RU" sz="6200" dirty="0" err="1"/>
              <a:t>мислення</a:t>
            </a:r>
            <a:r>
              <a:rPr lang="ru-RU" sz="6200" dirty="0"/>
              <a:t>. </a:t>
            </a:r>
            <a:r>
              <a:rPr lang="ru-RU" sz="6200" dirty="0" err="1"/>
              <a:t>Сьогодні</a:t>
            </a:r>
            <a:r>
              <a:rPr lang="ru-RU" sz="6200" dirty="0"/>
              <a:t> </a:t>
            </a:r>
            <a:r>
              <a:rPr lang="en-US" sz="6200" dirty="0"/>
              <a:t>AI </a:t>
            </a:r>
            <a:r>
              <a:rPr lang="ru-RU" sz="6200" dirty="0"/>
              <a:t>став </a:t>
            </a:r>
            <a:r>
              <a:rPr lang="ru-RU" sz="6200" dirty="0" err="1"/>
              <a:t>частиною</a:t>
            </a:r>
            <a:r>
              <a:rPr lang="ru-RU" sz="6200" dirty="0"/>
              <a:t> </a:t>
            </a:r>
            <a:r>
              <a:rPr lang="ru-RU" sz="6200" dirty="0" err="1"/>
              <a:t>нашого</a:t>
            </a:r>
            <a:r>
              <a:rPr lang="ru-RU" sz="6200" dirty="0"/>
              <a:t> </a:t>
            </a:r>
            <a:r>
              <a:rPr lang="ru-RU" sz="6200" dirty="0" err="1"/>
              <a:t>повсякденного</a:t>
            </a:r>
            <a:r>
              <a:rPr lang="ru-RU" sz="6200" dirty="0"/>
              <a:t> </a:t>
            </a:r>
            <a:r>
              <a:rPr lang="ru-RU" sz="6200" dirty="0" err="1"/>
              <a:t>життя</a:t>
            </a:r>
            <a:r>
              <a:rPr lang="ru-RU" sz="6200" dirty="0"/>
              <a:t>: </a:t>
            </a:r>
            <a:r>
              <a:rPr lang="ru-RU" sz="6200" dirty="0" err="1"/>
              <a:t>він</a:t>
            </a:r>
            <a:r>
              <a:rPr lang="ru-RU" sz="6200" dirty="0"/>
              <a:t> </a:t>
            </a:r>
            <a:r>
              <a:rPr lang="ru-RU" sz="6200" dirty="0" err="1"/>
              <a:t>допомагає</a:t>
            </a:r>
            <a:r>
              <a:rPr lang="ru-RU" sz="6200" dirty="0"/>
              <a:t> </a:t>
            </a:r>
            <a:r>
              <a:rPr lang="ru-RU" sz="6200" dirty="0" err="1"/>
              <a:t>знаходити</a:t>
            </a:r>
            <a:r>
              <a:rPr lang="ru-RU" sz="6200" dirty="0"/>
              <a:t> </a:t>
            </a:r>
            <a:r>
              <a:rPr lang="ru-RU" sz="6200" dirty="0" err="1"/>
              <a:t>інформацію</a:t>
            </a:r>
            <a:r>
              <a:rPr lang="ru-RU" sz="6200" dirty="0"/>
              <a:t>, </a:t>
            </a:r>
            <a:r>
              <a:rPr lang="ru-RU" sz="6200" dirty="0" err="1"/>
              <a:t>створювати</a:t>
            </a:r>
            <a:r>
              <a:rPr lang="ru-RU" sz="6200" dirty="0"/>
              <a:t> </a:t>
            </a:r>
            <a:r>
              <a:rPr lang="ru-RU" sz="6200" dirty="0" err="1"/>
              <a:t>тексти</a:t>
            </a:r>
            <a:r>
              <a:rPr lang="ru-RU" sz="6200" dirty="0"/>
              <a:t>, </a:t>
            </a:r>
            <a:r>
              <a:rPr lang="ru-RU" sz="6200" dirty="0" err="1"/>
              <a:t>перекладати</a:t>
            </a:r>
            <a:r>
              <a:rPr lang="ru-RU" sz="6200" dirty="0"/>
              <a:t> </a:t>
            </a:r>
            <a:r>
              <a:rPr lang="ru-RU" sz="6200" dirty="0" err="1"/>
              <a:t>мови</a:t>
            </a:r>
            <a:r>
              <a:rPr lang="ru-RU" sz="6200" dirty="0"/>
              <a:t>, </a:t>
            </a:r>
            <a:r>
              <a:rPr lang="ru-RU" sz="6200" dirty="0" err="1"/>
              <a:t>керувати</a:t>
            </a:r>
            <a:r>
              <a:rPr lang="ru-RU" sz="6200" dirty="0"/>
              <a:t> </a:t>
            </a:r>
            <a:r>
              <a:rPr lang="ru-RU" sz="6200" dirty="0" err="1"/>
              <a:t>технікою</a:t>
            </a:r>
            <a:r>
              <a:rPr lang="ru-RU" sz="6200" dirty="0"/>
              <a:t> та </a:t>
            </a:r>
            <a:r>
              <a:rPr lang="ru-RU" sz="6200" dirty="0" err="1"/>
              <a:t>навіть</a:t>
            </a:r>
            <a:r>
              <a:rPr lang="ru-RU" sz="6200" dirty="0"/>
              <a:t> </a:t>
            </a:r>
            <a:r>
              <a:rPr lang="ru-RU" sz="6200" dirty="0" err="1"/>
              <a:t>рекомендувати</a:t>
            </a:r>
            <a:r>
              <a:rPr lang="ru-RU" sz="6200" dirty="0"/>
              <a:t> </a:t>
            </a:r>
            <a:r>
              <a:rPr lang="ru-RU" sz="6200" dirty="0" err="1"/>
              <a:t>фільми</a:t>
            </a:r>
            <a:r>
              <a:rPr lang="ru-RU" sz="6200" dirty="0"/>
              <a:t> </a:t>
            </a:r>
            <a:r>
              <a:rPr lang="ru-RU" sz="6200" dirty="0" err="1"/>
              <a:t>чи</a:t>
            </a:r>
            <a:r>
              <a:rPr lang="ru-RU" sz="6200" dirty="0"/>
              <a:t> </a:t>
            </a:r>
            <a:r>
              <a:rPr lang="ru-RU" sz="6200" dirty="0" err="1"/>
              <a:t>музику</a:t>
            </a:r>
            <a:r>
              <a:rPr lang="ru-RU" sz="6200" dirty="0"/>
              <a:t>.</a:t>
            </a:r>
          </a:p>
          <a:p>
            <a:r>
              <a:rPr lang="ru-RU" sz="6200" dirty="0" err="1"/>
              <a:t>Сучасний</a:t>
            </a:r>
            <a:r>
              <a:rPr lang="ru-RU" sz="6200" dirty="0"/>
              <a:t> </a:t>
            </a:r>
            <a:r>
              <a:rPr lang="ru-RU" sz="6200" dirty="0" err="1"/>
              <a:t>світ</a:t>
            </a:r>
            <a:r>
              <a:rPr lang="ru-RU" sz="6200" dirty="0"/>
              <a:t> </a:t>
            </a:r>
            <a:r>
              <a:rPr lang="ru-RU" sz="6200" dirty="0" err="1"/>
              <a:t>швидко</a:t>
            </a:r>
            <a:r>
              <a:rPr lang="ru-RU" sz="6200" dirty="0"/>
              <a:t> </a:t>
            </a:r>
            <a:r>
              <a:rPr lang="ru-RU" sz="6200" dirty="0" err="1"/>
              <a:t>змінюється</a:t>
            </a:r>
            <a:r>
              <a:rPr lang="ru-RU" sz="6200" dirty="0"/>
              <a:t> </a:t>
            </a:r>
            <a:r>
              <a:rPr lang="ru-RU" sz="6200" dirty="0" err="1"/>
              <a:t>завдяки</a:t>
            </a:r>
            <a:r>
              <a:rPr lang="ru-RU" sz="6200" dirty="0"/>
              <a:t> </a:t>
            </a:r>
            <a:r>
              <a:rPr lang="ru-RU" sz="6200" dirty="0" err="1"/>
              <a:t>розвитку</a:t>
            </a:r>
            <a:r>
              <a:rPr lang="ru-RU" sz="6200" dirty="0"/>
              <a:t> </a:t>
            </a:r>
            <a:r>
              <a:rPr lang="ru-RU" sz="6200" dirty="0" err="1"/>
              <a:t>технологій</a:t>
            </a:r>
            <a:r>
              <a:rPr lang="ru-RU" sz="6200" dirty="0"/>
              <a:t>. </a:t>
            </a:r>
            <a:r>
              <a:rPr lang="ru-RU" sz="6200" dirty="0" err="1"/>
              <a:t>Штучний</a:t>
            </a:r>
            <a:r>
              <a:rPr lang="ru-RU" sz="6200" dirty="0"/>
              <a:t> </a:t>
            </a:r>
            <a:r>
              <a:rPr lang="ru-RU" sz="6200" dirty="0" err="1"/>
              <a:t>інтелект</a:t>
            </a:r>
            <a:r>
              <a:rPr lang="ru-RU" sz="6200" dirty="0"/>
              <a:t> </a:t>
            </a:r>
            <a:r>
              <a:rPr lang="ru-RU" sz="6200" dirty="0" err="1"/>
              <a:t>використовується</a:t>
            </a:r>
            <a:r>
              <a:rPr lang="ru-RU" sz="6200" dirty="0"/>
              <a:t> у </a:t>
            </a:r>
            <a:r>
              <a:rPr lang="ru-RU" sz="6200" dirty="0" err="1"/>
              <a:t>медицині</a:t>
            </a:r>
            <a:r>
              <a:rPr lang="ru-RU" sz="6200" dirty="0"/>
              <a:t>, </a:t>
            </a:r>
            <a:r>
              <a:rPr lang="ru-RU" sz="6200" dirty="0" err="1"/>
              <a:t>освіті</a:t>
            </a:r>
            <a:r>
              <a:rPr lang="ru-RU" sz="6200" dirty="0"/>
              <a:t>, </a:t>
            </a:r>
            <a:r>
              <a:rPr lang="ru-RU" sz="6200" dirty="0" err="1"/>
              <a:t>транспорті</a:t>
            </a:r>
            <a:r>
              <a:rPr lang="ru-RU" sz="6200" dirty="0"/>
              <a:t>, </a:t>
            </a:r>
            <a:r>
              <a:rPr lang="ru-RU" sz="6200" dirty="0" err="1"/>
              <a:t>бізнесі</a:t>
            </a:r>
            <a:r>
              <a:rPr lang="ru-RU" sz="6200" dirty="0"/>
              <a:t> та </a:t>
            </a:r>
            <a:r>
              <a:rPr lang="ru-RU" sz="6200" dirty="0" err="1"/>
              <a:t>багатьох</a:t>
            </a:r>
            <a:r>
              <a:rPr lang="ru-RU" sz="6200" dirty="0"/>
              <a:t> </a:t>
            </a:r>
            <a:r>
              <a:rPr lang="ru-RU" sz="6200" dirty="0" err="1"/>
              <a:t>інших</a:t>
            </a:r>
            <a:r>
              <a:rPr lang="ru-RU" sz="6200" dirty="0"/>
              <a:t> сферах. </a:t>
            </a:r>
            <a:r>
              <a:rPr lang="ru-RU" sz="6200" dirty="0" err="1"/>
              <a:t>Його</a:t>
            </a:r>
            <a:r>
              <a:rPr lang="ru-RU" sz="6200" dirty="0"/>
              <a:t> </a:t>
            </a:r>
            <a:r>
              <a:rPr lang="ru-RU" sz="6200" dirty="0" err="1"/>
              <a:t>головна</a:t>
            </a:r>
            <a:r>
              <a:rPr lang="ru-RU" sz="6200" dirty="0"/>
              <a:t> мета — </a:t>
            </a:r>
            <a:r>
              <a:rPr lang="ru-RU" sz="6200" dirty="0" err="1"/>
              <a:t>полегшити</a:t>
            </a:r>
            <a:r>
              <a:rPr lang="ru-RU" sz="6200" dirty="0"/>
              <a:t> </a:t>
            </a:r>
            <a:r>
              <a:rPr lang="ru-RU" sz="6200" dirty="0" err="1"/>
              <a:t>життя</a:t>
            </a:r>
            <a:r>
              <a:rPr lang="ru-RU" sz="6200" dirty="0"/>
              <a:t> </a:t>
            </a:r>
            <a:r>
              <a:rPr lang="ru-RU" sz="6200" dirty="0" err="1"/>
              <a:t>людини</a:t>
            </a:r>
            <a:r>
              <a:rPr lang="ru-RU" sz="6200" dirty="0"/>
              <a:t> та </a:t>
            </a:r>
            <a:r>
              <a:rPr lang="ru-RU" sz="6200" dirty="0" err="1"/>
              <a:t>зробити</a:t>
            </a:r>
            <a:r>
              <a:rPr lang="ru-RU" sz="6200" dirty="0"/>
              <a:t> роботу </a:t>
            </a:r>
            <a:r>
              <a:rPr lang="ru-RU" sz="6200" dirty="0" err="1"/>
              <a:t>швидшою</a:t>
            </a:r>
            <a:r>
              <a:rPr lang="ru-RU" sz="6200" dirty="0"/>
              <a:t> і </a:t>
            </a:r>
            <a:r>
              <a:rPr lang="ru-RU" sz="6200" dirty="0" err="1"/>
              <a:t>ефективнішою</a:t>
            </a:r>
            <a:r>
              <a:rPr lang="ru-RU" sz="6200" dirty="0"/>
              <a:t>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688055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92FB90-556E-40AE-883F-AE9E2A86A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Де використовують ШІ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24147790-05D4-43B1-8CAC-32A80D030D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03667" y="1439185"/>
            <a:ext cx="5909706" cy="3309435"/>
          </a:xfrm>
          <a:prstGeom prst="rect">
            <a:avLst/>
          </a:prstGeom>
        </p:spPr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BB799966-FB72-4313-9CCF-532C9A05FA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759" y="2843684"/>
            <a:ext cx="4883758" cy="2280199"/>
          </a:xfrm>
        </p:spPr>
        <p:txBody>
          <a:bodyPr>
            <a:normAutofit fontScale="25000" lnSpcReduction="20000"/>
          </a:bodyPr>
          <a:lstStyle/>
          <a:p>
            <a:r>
              <a:rPr lang="ru-RU" sz="7200" b="1" dirty="0" err="1"/>
              <a:t>Освіта</a:t>
            </a:r>
            <a:endParaRPr lang="ru-RU" sz="7200" b="1" dirty="0"/>
          </a:p>
          <a:p>
            <a:r>
              <a:rPr lang="ru-RU" sz="7200" dirty="0" err="1"/>
              <a:t>Штучний</a:t>
            </a:r>
            <a:r>
              <a:rPr lang="ru-RU" sz="7200" dirty="0"/>
              <a:t> </a:t>
            </a:r>
            <a:r>
              <a:rPr lang="ru-RU" sz="7200" dirty="0" err="1"/>
              <a:t>інтелект</a:t>
            </a:r>
            <a:r>
              <a:rPr lang="ru-RU" sz="7200" dirty="0"/>
              <a:t> </a:t>
            </a:r>
            <a:r>
              <a:rPr lang="ru-RU" sz="7200" dirty="0" err="1"/>
              <a:t>допомагає</a:t>
            </a:r>
            <a:r>
              <a:rPr lang="ru-RU" sz="7200" dirty="0"/>
              <a:t> </a:t>
            </a:r>
            <a:r>
              <a:rPr lang="ru-RU" sz="7200" dirty="0" err="1"/>
              <a:t>учням</a:t>
            </a:r>
            <a:r>
              <a:rPr lang="ru-RU" sz="7200" dirty="0"/>
              <a:t> і студентам </a:t>
            </a:r>
            <a:r>
              <a:rPr lang="ru-RU" sz="7200" dirty="0" err="1"/>
              <a:t>навчатися</a:t>
            </a:r>
            <a:r>
              <a:rPr lang="ru-RU" sz="7200" dirty="0"/>
              <a:t>. Онлайн-</a:t>
            </a:r>
            <a:r>
              <a:rPr lang="ru-RU" sz="7200" dirty="0" err="1"/>
              <a:t>платформи</a:t>
            </a:r>
            <a:r>
              <a:rPr lang="ru-RU" sz="7200" dirty="0"/>
              <a:t> </a:t>
            </a:r>
            <a:r>
              <a:rPr lang="ru-RU" sz="7200" dirty="0" err="1"/>
              <a:t>можуть</a:t>
            </a:r>
            <a:r>
              <a:rPr lang="ru-RU" sz="7200" dirty="0"/>
              <a:t> </a:t>
            </a:r>
            <a:r>
              <a:rPr lang="ru-RU" sz="7200" dirty="0" err="1"/>
              <a:t>пояснювати</a:t>
            </a:r>
            <a:r>
              <a:rPr lang="ru-RU" sz="7200" dirty="0"/>
              <a:t> теми, </a:t>
            </a:r>
            <a:r>
              <a:rPr lang="ru-RU" sz="7200" dirty="0" err="1"/>
              <a:t>перевіряти</a:t>
            </a:r>
            <a:r>
              <a:rPr lang="ru-RU" sz="7200" dirty="0"/>
              <a:t> </a:t>
            </a:r>
            <a:r>
              <a:rPr lang="ru-RU" sz="7200" dirty="0" err="1"/>
              <a:t>домашні</a:t>
            </a:r>
            <a:r>
              <a:rPr lang="ru-RU" sz="7200" dirty="0"/>
              <a:t> </a:t>
            </a:r>
            <a:r>
              <a:rPr lang="ru-RU" sz="7200" dirty="0" err="1"/>
              <a:t>завдання</a:t>
            </a:r>
            <a:r>
              <a:rPr lang="ru-RU" sz="7200" dirty="0"/>
              <a:t> та </a:t>
            </a:r>
            <a:r>
              <a:rPr lang="ru-RU" sz="7200" dirty="0" err="1"/>
              <a:t>підбирати</a:t>
            </a:r>
            <a:r>
              <a:rPr lang="ru-RU" sz="7200" dirty="0"/>
              <a:t> </a:t>
            </a:r>
            <a:r>
              <a:rPr lang="ru-RU" sz="7200" dirty="0" err="1"/>
              <a:t>матеріали</a:t>
            </a:r>
            <a:r>
              <a:rPr lang="ru-RU" sz="7200" dirty="0"/>
              <a:t> </a:t>
            </a:r>
            <a:r>
              <a:rPr lang="ru-RU" sz="7200" dirty="0" err="1"/>
              <a:t>відповідно</a:t>
            </a:r>
            <a:r>
              <a:rPr lang="ru-RU" sz="7200" dirty="0"/>
              <a:t> до </a:t>
            </a:r>
            <a:r>
              <a:rPr lang="ru-RU" sz="7200" dirty="0" err="1"/>
              <a:t>рівня</a:t>
            </a:r>
            <a:r>
              <a:rPr lang="ru-RU" sz="7200" dirty="0"/>
              <a:t> </a:t>
            </a:r>
            <a:r>
              <a:rPr lang="ru-RU" sz="7200" dirty="0" err="1"/>
              <a:t>знань</a:t>
            </a:r>
            <a:r>
              <a:rPr lang="ru-RU" sz="7200" dirty="0"/>
              <a:t> </a:t>
            </a:r>
            <a:r>
              <a:rPr lang="ru-RU" sz="7200" dirty="0" err="1"/>
              <a:t>людини</a:t>
            </a:r>
            <a:r>
              <a:rPr lang="ru-RU" sz="7200" dirty="0"/>
              <a:t>.</a:t>
            </a:r>
          </a:p>
          <a:p>
            <a:r>
              <a:rPr lang="ru-RU" sz="7200" b="1" dirty="0"/>
              <a:t>Медицина</a:t>
            </a:r>
          </a:p>
          <a:p>
            <a:r>
              <a:rPr lang="en-US" sz="7200" dirty="0"/>
              <a:t>AI </a:t>
            </a:r>
            <a:r>
              <a:rPr lang="ru-RU" sz="7200" dirty="0" err="1"/>
              <a:t>допомагає</a:t>
            </a:r>
            <a:r>
              <a:rPr lang="ru-RU" sz="7200" dirty="0"/>
              <a:t> </a:t>
            </a:r>
            <a:r>
              <a:rPr lang="ru-RU" sz="7200" dirty="0" err="1"/>
              <a:t>лікарям</a:t>
            </a:r>
            <a:r>
              <a:rPr lang="ru-RU" sz="7200" dirty="0"/>
              <a:t> </a:t>
            </a:r>
            <a:r>
              <a:rPr lang="ru-RU" sz="7200" dirty="0" err="1"/>
              <a:t>швидше</a:t>
            </a:r>
            <a:r>
              <a:rPr lang="ru-RU" sz="7200" dirty="0"/>
              <a:t> </a:t>
            </a:r>
            <a:r>
              <a:rPr lang="ru-RU" sz="7200" dirty="0" err="1"/>
              <a:t>знаходити</a:t>
            </a:r>
            <a:r>
              <a:rPr lang="ru-RU" sz="7200" dirty="0"/>
              <a:t> </a:t>
            </a:r>
            <a:r>
              <a:rPr lang="ru-RU" sz="7200" dirty="0" err="1"/>
              <a:t>хвороби</a:t>
            </a:r>
            <a:r>
              <a:rPr lang="ru-RU" sz="7200" dirty="0"/>
              <a:t>, </a:t>
            </a:r>
            <a:r>
              <a:rPr lang="ru-RU" sz="7200" dirty="0" err="1"/>
              <a:t>аналізувати</a:t>
            </a:r>
            <a:r>
              <a:rPr lang="ru-RU" sz="7200" dirty="0"/>
              <a:t> </a:t>
            </a:r>
            <a:r>
              <a:rPr lang="ru-RU" sz="7200" dirty="0" err="1"/>
              <a:t>результати</a:t>
            </a:r>
            <a:r>
              <a:rPr lang="ru-RU" sz="7200" dirty="0"/>
              <a:t> </a:t>
            </a:r>
            <a:r>
              <a:rPr lang="ru-RU" sz="7200" dirty="0" err="1"/>
              <a:t>обстежень</a:t>
            </a:r>
            <a:r>
              <a:rPr lang="ru-RU" sz="7200" dirty="0"/>
              <a:t> і </a:t>
            </a:r>
            <a:r>
              <a:rPr lang="ru-RU" sz="7200" dirty="0" err="1"/>
              <a:t>створювати</a:t>
            </a:r>
            <a:r>
              <a:rPr lang="ru-RU" sz="7200" dirty="0"/>
              <a:t> </a:t>
            </a:r>
            <a:r>
              <a:rPr lang="ru-RU" sz="7200" dirty="0" err="1"/>
              <a:t>нові</a:t>
            </a:r>
            <a:r>
              <a:rPr lang="ru-RU" sz="7200" dirty="0"/>
              <a:t> </a:t>
            </a:r>
            <a:r>
              <a:rPr lang="ru-RU" sz="7200" dirty="0" err="1"/>
              <a:t>ліки</a:t>
            </a:r>
            <a:r>
              <a:rPr lang="ru-RU" sz="7200" dirty="0"/>
              <a:t>. </a:t>
            </a:r>
            <a:r>
              <a:rPr lang="ru-RU" sz="7200" dirty="0" err="1"/>
              <a:t>Це</a:t>
            </a:r>
            <a:r>
              <a:rPr lang="ru-RU" sz="7200" dirty="0"/>
              <a:t> </a:t>
            </a:r>
            <a:r>
              <a:rPr lang="ru-RU" sz="7200" dirty="0" err="1"/>
              <a:t>підвищує</a:t>
            </a:r>
            <a:r>
              <a:rPr lang="ru-RU" sz="7200" dirty="0"/>
              <a:t> </a:t>
            </a:r>
            <a:r>
              <a:rPr lang="ru-RU" sz="7200" dirty="0" err="1"/>
              <a:t>точність</a:t>
            </a:r>
            <a:r>
              <a:rPr lang="ru-RU" sz="7200" dirty="0"/>
              <a:t> </a:t>
            </a:r>
            <a:r>
              <a:rPr lang="ru-RU" sz="7200" dirty="0" err="1"/>
              <a:t>лікування</a:t>
            </a:r>
            <a:r>
              <a:rPr lang="ru-RU" sz="7200" dirty="0"/>
              <a:t> та </a:t>
            </a:r>
            <a:r>
              <a:rPr lang="ru-RU" sz="7200" dirty="0" err="1"/>
              <a:t>рятує</a:t>
            </a:r>
            <a:r>
              <a:rPr lang="ru-RU" sz="7200" dirty="0"/>
              <a:t> </a:t>
            </a:r>
            <a:r>
              <a:rPr lang="ru-RU" sz="7200" dirty="0" err="1"/>
              <a:t>життя</a:t>
            </a:r>
            <a:r>
              <a:rPr lang="ru-RU" sz="7200" dirty="0"/>
              <a:t> людей.</a:t>
            </a:r>
          </a:p>
          <a:p>
            <a:endParaRPr lang="ru-RU" sz="7200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47759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CAF0D7-FB01-40E3-ABE4-B29F75F54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Переваги ШІ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72570E2C-162A-4174-BAE9-E348FDE413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29132" y="1701579"/>
            <a:ext cx="5834214" cy="3236923"/>
          </a:xfrm>
          <a:prstGeom prst="rect">
            <a:avLst/>
          </a:prstGeom>
        </p:spPr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18059EEF-D3CD-47C9-8014-F616E12100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4951" y="1923472"/>
            <a:ext cx="4253617" cy="3011056"/>
          </a:xfrm>
        </p:spPr>
        <p:txBody>
          <a:bodyPr>
            <a:normAutofit fontScale="250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ru-RU" sz="8000" dirty="0" err="1"/>
              <a:t>Виконує</a:t>
            </a:r>
            <a:r>
              <a:rPr lang="ru-RU" sz="8000" dirty="0"/>
              <a:t> роботу </a:t>
            </a:r>
            <a:r>
              <a:rPr lang="ru-RU" sz="8000" dirty="0" err="1"/>
              <a:t>швидше</a:t>
            </a:r>
            <a:r>
              <a:rPr lang="ru-RU" sz="8000" dirty="0"/>
              <a:t> за </a:t>
            </a:r>
            <a:r>
              <a:rPr lang="ru-RU" sz="8000" dirty="0" err="1"/>
              <a:t>людину</a:t>
            </a:r>
            <a:r>
              <a:rPr lang="ru-RU" sz="80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8000" dirty="0" err="1"/>
              <a:t>Допомагає</a:t>
            </a:r>
            <a:r>
              <a:rPr lang="ru-RU" sz="8000" dirty="0"/>
              <a:t> </a:t>
            </a:r>
            <a:r>
              <a:rPr lang="ru-RU" sz="8000" dirty="0" err="1"/>
              <a:t>економити</a:t>
            </a:r>
            <a:r>
              <a:rPr lang="ru-RU" sz="8000" dirty="0"/>
              <a:t> час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8000" dirty="0" err="1"/>
              <a:t>Аналізує</a:t>
            </a:r>
            <a:r>
              <a:rPr lang="ru-RU" sz="8000" dirty="0"/>
              <a:t> </a:t>
            </a:r>
            <a:r>
              <a:rPr lang="ru-RU" sz="8000" dirty="0" err="1"/>
              <a:t>великі</a:t>
            </a:r>
            <a:r>
              <a:rPr lang="ru-RU" sz="8000" dirty="0"/>
              <a:t> </a:t>
            </a:r>
            <a:r>
              <a:rPr lang="ru-RU" sz="8000" dirty="0" err="1"/>
              <a:t>обсяги</a:t>
            </a:r>
            <a:r>
              <a:rPr lang="ru-RU" sz="8000" dirty="0"/>
              <a:t> </a:t>
            </a:r>
            <a:r>
              <a:rPr lang="ru-RU" sz="8000" dirty="0" err="1"/>
              <a:t>інформації</a:t>
            </a:r>
            <a:r>
              <a:rPr lang="ru-RU" sz="80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8000" dirty="0" err="1"/>
              <a:t>Полегшує</a:t>
            </a:r>
            <a:r>
              <a:rPr lang="ru-RU" sz="8000" dirty="0"/>
              <a:t> </a:t>
            </a:r>
            <a:r>
              <a:rPr lang="ru-RU" sz="8000" dirty="0" err="1"/>
              <a:t>навчання</a:t>
            </a:r>
            <a:r>
              <a:rPr lang="ru-RU" sz="8000" dirty="0"/>
              <a:t> та роботу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8000" dirty="0" err="1"/>
              <a:t>Допомагає</a:t>
            </a:r>
            <a:r>
              <a:rPr lang="ru-RU" sz="8000" dirty="0"/>
              <a:t> у </a:t>
            </a:r>
            <a:r>
              <a:rPr lang="ru-RU" sz="8000" dirty="0" err="1"/>
              <a:t>складних</a:t>
            </a:r>
            <a:r>
              <a:rPr lang="ru-RU" sz="8000" dirty="0"/>
              <a:t> </a:t>
            </a:r>
            <a:r>
              <a:rPr lang="ru-RU" sz="8000" dirty="0" err="1"/>
              <a:t>обчисленнях</a:t>
            </a:r>
            <a:r>
              <a:rPr lang="ru-RU" sz="8000" dirty="0"/>
              <a:t> та </a:t>
            </a:r>
            <a:r>
              <a:rPr lang="ru-RU" sz="8000" dirty="0" err="1"/>
              <a:t>дослідженнях</a:t>
            </a:r>
            <a:r>
              <a:rPr lang="ru-RU" sz="8000" dirty="0"/>
              <a:t> </a:t>
            </a:r>
          </a:p>
          <a:p>
            <a:r>
              <a:rPr lang="ru-RU" sz="8000" dirty="0" err="1"/>
              <a:t>Штучний</a:t>
            </a:r>
            <a:r>
              <a:rPr lang="ru-RU" sz="8000" dirty="0"/>
              <a:t> </a:t>
            </a:r>
            <a:r>
              <a:rPr lang="ru-RU" sz="8000" dirty="0" err="1"/>
              <a:t>інтелект</a:t>
            </a:r>
            <a:r>
              <a:rPr lang="ru-RU" sz="8000" dirty="0"/>
              <a:t> уже став </a:t>
            </a:r>
            <a:r>
              <a:rPr lang="ru-RU" sz="8000" dirty="0" err="1"/>
              <a:t>важливою</a:t>
            </a:r>
            <a:r>
              <a:rPr lang="ru-RU" sz="8000" dirty="0"/>
              <a:t> </a:t>
            </a:r>
            <a:r>
              <a:rPr lang="ru-RU" sz="8000" dirty="0" err="1"/>
              <a:t>частиною</a:t>
            </a:r>
            <a:r>
              <a:rPr lang="ru-RU" sz="8000" dirty="0"/>
              <a:t> </a:t>
            </a:r>
            <a:r>
              <a:rPr lang="ru-RU" sz="8000" dirty="0" err="1"/>
              <a:t>сучасного</a:t>
            </a:r>
            <a:r>
              <a:rPr lang="ru-RU" sz="8000" dirty="0"/>
              <a:t> </a:t>
            </a:r>
            <a:r>
              <a:rPr lang="ru-RU" sz="8000" dirty="0" err="1"/>
              <a:t>суспільства</a:t>
            </a:r>
            <a:r>
              <a:rPr lang="ru-RU" sz="8000" dirty="0"/>
              <a:t> та </a:t>
            </a:r>
            <a:r>
              <a:rPr lang="ru-RU" sz="8000" dirty="0" err="1"/>
              <a:t>продовжує</a:t>
            </a:r>
            <a:r>
              <a:rPr lang="ru-RU" sz="8000" dirty="0"/>
              <a:t> активно </a:t>
            </a:r>
            <a:r>
              <a:rPr lang="ru-RU" sz="8000" dirty="0" err="1"/>
              <a:t>розвиватися</a:t>
            </a:r>
            <a:r>
              <a:rPr lang="ru-RU" sz="8000" dirty="0"/>
              <a:t>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853767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4A8AAB-BC1D-4F3D-8013-01C8A699F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" y="685801"/>
            <a:ext cx="3855720" cy="2157884"/>
          </a:xfrm>
        </p:spPr>
        <p:txBody>
          <a:bodyPr/>
          <a:lstStyle/>
          <a:p>
            <a:r>
              <a:rPr lang="uk-UA" dirty="0"/>
              <a:t>Недоліки та ризики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6EBDAF0E-D5A8-425B-8EC9-12570EB8D1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62899" y="1155896"/>
            <a:ext cx="5891006" cy="3534603"/>
          </a:xfrm>
          <a:prstGeom prst="rect">
            <a:avLst/>
          </a:prstGeom>
        </p:spPr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461BDA3E-5AA2-420A-B1B0-261D5B14B3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1219" y="2508789"/>
            <a:ext cx="4341081" cy="3011056"/>
          </a:xfrm>
        </p:spPr>
        <p:txBody>
          <a:bodyPr>
            <a:normAutofit fontScale="25000" lnSpcReduction="20000"/>
          </a:bodyPr>
          <a:lstStyle/>
          <a:p>
            <a:r>
              <a:rPr lang="ru-RU" sz="8000" dirty="0"/>
              <a:t>Попри </a:t>
            </a:r>
            <a:r>
              <a:rPr lang="ru-RU" sz="8000" dirty="0" err="1"/>
              <a:t>переваги</a:t>
            </a:r>
            <a:r>
              <a:rPr lang="ru-RU" sz="8000" dirty="0"/>
              <a:t>, </a:t>
            </a:r>
            <a:r>
              <a:rPr lang="en-US" sz="8000" dirty="0"/>
              <a:t>AI </a:t>
            </a:r>
            <a:r>
              <a:rPr lang="ru-RU" sz="8000" dirty="0" err="1"/>
              <a:t>має</a:t>
            </a:r>
            <a:r>
              <a:rPr lang="ru-RU" sz="8000" dirty="0"/>
              <a:t> і </a:t>
            </a:r>
            <a:r>
              <a:rPr lang="ru-RU" sz="8000" dirty="0" err="1"/>
              <a:t>певні</a:t>
            </a:r>
            <a:r>
              <a:rPr lang="ru-RU" sz="8000" dirty="0"/>
              <a:t> </a:t>
            </a:r>
            <a:r>
              <a:rPr lang="ru-RU" sz="8000" dirty="0" err="1"/>
              <a:t>недоліки</a:t>
            </a:r>
            <a:r>
              <a:rPr lang="ru-RU" sz="8000" dirty="0"/>
              <a:t>. Через </a:t>
            </a:r>
            <a:r>
              <a:rPr lang="ru-RU" sz="8000" dirty="0" err="1"/>
              <a:t>автоматизацію</a:t>
            </a:r>
            <a:r>
              <a:rPr lang="ru-RU" sz="8000" dirty="0"/>
              <a:t> </a:t>
            </a:r>
            <a:r>
              <a:rPr lang="ru-RU" sz="8000" dirty="0" err="1"/>
              <a:t>деякі</a:t>
            </a:r>
            <a:r>
              <a:rPr lang="ru-RU" sz="8000" dirty="0"/>
              <a:t> </a:t>
            </a:r>
            <a:r>
              <a:rPr lang="ru-RU" sz="8000" dirty="0" err="1"/>
              <a:t>професії</a:t>
            </a:r>
            <a:r>
              <a:rPr lang="ru-RU" sz="8000" dirty="0"/>
              <a:t> </a:t>
            </a:r>
            <a:r>
              <a:rPr lang="ru-RU" sz="8000" dirty="0" err="1"/>
              <a:t>можуть</a:t>
            </a:r>
            <a:r>
              <a:rPr lang="ru-RU" sz="8000" dirty="0"/>
              <a:t> </a:t>
            </a:r>
            <a:r>
              <a:rPr lang="ru-RU" sz="8000" dirty="0" err="1"/>
              <a:t>зникати</a:t>
            </a:r>
            <a:r>
              <a:rPr lang="ru-RU" sz="8000" dirty="0"/>
              <a:t>. </a:t>
            </a:r>
            <a:r>
              <a:rPr lang="ru-RU" sz="8000" dirty="0" err="1"/>
              <a:t>Також</a:t>
            </a:r>
            <a:r>
              <a:rPr lang="ru-RU" sz="8000" dirty="0"/>
              <a:t> </a:t>
            </a:r>
            <a:r>
              <a:rPr lang="ru-RU" sz="8000" dirty="0" err="1"/>
              <a:t>існує</a:t>
            </a:r>
            <a:r>
              <a:rPr lang="ru-RU" sz="8000" dirty="0"/>
              <a:t> </a:t>
            </a:r>
            <a:r>
              <a:rPr lang="ru-RU" sz="8000" dirty="0" err="1"/>
              <a:t>ризик</a:t>
            </a:r>
            <a:r>
              <a:rPr lang="ru-RU" sz="8000" dirty="0"/>
              <a:t> неправильного </a:t>
            </a:r>
            <a:r>
              <a:rPr lang="ru-RU" sz="8000" dirty="0" err="1"/>
              <a:t>використання</a:t>
            </a:r>
            <a:r>
              <a:rPr lang="ru-RU" sz="8000" dirty="0"/>
              <a:t> </a:t>
            </a:r>
            <a:r>
              <a:rPr lang="ru-RU" sz="8000" dirty="0" err="1"/>
              <a:t>технологій</a:t>
            </a:r>
            <a:r>
              <a:rPr lang="ru-RU" sz="8000" dirty="0"/>
              <a:t> </a:t>
            </a:r>
            <a:r>
              <a:rPr lang="ru-RU" sz="8000" dirty="0" err="1"/>
              <a:t>або</a:t>
            </a:r>
            <a:r>
              <a:rPr lang="ru-RU" sz="8000" dirty="0"/>
              <a:t> </a:t>
            </a:r>
            <a:r>
              <a:rPr lang="ru-RU" sz="8000" dirty="0" err="1"/>
              <a:t>витоку</a:t>
            </a:r>
            <a:r>
              <a:rPr lang="ru-RU" sz="8000" dirty="0"/>
              <a:t> </a:t>
            </a:r>
            <a:r>
              <a:rPr lang="ru-RU" sz="8000" dirty="0" err="1"/>
              <a:t>особистих</a:t>
            </a:r>
            <a:r>
              <a:rPr lang="ru-RU" sz="8000" dirty="0"/>
              <a:t> </a:t>
            </a:r>
            <a:r>
              <a:rPr lang="ru-RU" sz="8000" dirty="0" err="1"/>
              <a:t>даних</a:t>
            </a:r>
            <a:r>
              <a:rPr lang="ru-RU" sz="8000" dirty="0"/>
              <a:t>.</a:t>
            </a:r>
          </a:p>
          <a:p>
            <a:r>
              <a:rPr lang="ru-RU" sz="8000" dirty="0" err="1"/>
              <a:t>Інколи</a:t>
            </a:r>
            <a:r>
              <a:rPr lang="ru-RU" sz="8000" dirty="0"/>
              <a:t> люди </a:t>
            </a:r>
            <a:r>
              <a:rPr lang="ru-RU" sz="8000" dirty="0" err="1"/>
              <a:t>надто</a:t>
            </a:r>
            <a:r>
              <a:rPr lang="ru-RU" sz="8000" dirty="0"/>
              <a:t> сильно </a:t>
            </a:r>
            <a:r>
              <a:rPr lang="ru-RU" sz="8000" dirty="0" err="1"/>
              <a:t>покладаються</a:t>
            </a:r>
            <a:r>
              <a:rPr lang="ru-RU" sz="8000" dirty="0"/>
              <a:t> на </a:t>
            </a:r>
            <a:r>
              <a:rPr lang="ru-RU" sz="8000" dirty="0" err="1"/>
              <a:t>штучний</a:t>
            </a:r>
            <a:r>
              <a:rPr lang="ru-RU" sz="8000" dirty="0"/>
              <a:t> </a:t>
            </a:r>
            <a:r>
              <a:rPr lang="ru-RU" sz="8000" dirty="0" err="1"/>
              <a:t>інтелект</a:t>
            </a:r>
            <a:r>
              <a:rPr lang="ru-RU" sz="8000" dirty="0"/>
              <a:t> і </a:t>
            </a:r>
            <a:r>
              <a:rPr lang="ru-RU" sz="8000" dirty="0" err="1"/>
              <a:t>перестають</a:t>
            </a:r>
            <a:r>
              <a:rPr lang="ru-RU" sz="8000" dirty="0"/>
              <a:t> </a:t>
            </a:r>
            <a:r>
              <a:rPr lang="ru-RU" sz="8000" dirty="0" err="1"/>
              <a:t>самостійно</a:t>
            </a:r>
            <a:r>
              <a:rPr lang="ru-RU" sz="8000" dirty="0"/>
              <a:t> </a:t>
            </a:r>
            <a:r>
              <a:rPr lang="ru-RU" sz="8000" dirty="0" err="1"/>
              <a:t>аналізувати</a:t>
            </a:r>
            <a:r>
              <a:rPr lang="ru-RU" sz="8000" dirty="0"/>
              <a:t> </a:t>
            </a:r>
            <a:r>
              <a:rPr lang="ru-RU" sz="8000" dirty="0" err="1"/>
              <a:t>інформацію</a:t>
            </a:r>
            <a:r>
              <a:rPr lang="ru-RU" sz="8000" dirty="0"/>
              <a:t>. Тому </a:t>
            </a:r>
            <a:r>
              <a:rPr lang="ru-RU" sz="8000" dirty="0" err="1"/>
              <a:t>важливо</a:t>
            </a:r>
            <a:r>
              <a:rPr lang="ru-RU" sz="8000" dirty="0"/>
              <a:t> </a:t>
            </a:r>
            <a:r>
              <a:rPr lang="ru-RU" sz="8000" dirty="0" err="1"/>
              <a:t>використовувати</a:t>
            </a:r>
            <a:r>
              <a:rPr lang="ru-RU" sz="8000" dirty="0"/>
              <a:t> </a:t>
            </a:r>
            <a:r>
              <a:rPr lang="en-US" sz="8000" dirty="0"/>
              <a:t>AI </a:t>
            </a:r>
            <a:r>
              <a:rPr lang="ru-RU" sz="8000" dirty="0" err="1"/>
              <a:t>відповідально</a:t>
            </a:r>
            <a:r>
              <a:rPr lang="ru-RU" sz="8000" dirty="0"/>
              <a:t> та </a:t>
            </a:r>
            <a:r>
              <a:rPr lang="ru-RU" sz="8000" dirty="0" err="1"/>
              <a:t>контролювати</a:t>
            </a:r>
            <a:r>
              <a:rPr lang="ru-RU" sz="8000" dirty="0"/>
              <a:t> </a:t>
            </a:r>
            <a:r>
              <a:rPr lang="ru-RU" sz="8000" dirty="0" err="1"/>
              <a:t>його</a:t>
            </a:r>
            <a:r>
              <a:rPr lang="ru-RU" sz="8000" dirty="0"/>
              <a:t> </a:t>
            </a:r>
            <a:r>
              <a:rPr lang="ru-RU" sz="8000" dirty="0" err="1"/>
              <a:t>розвиток</a:t>
            </a:r>
            <a:r>
              <a:rPr lang="ru-RU" sz="8000" dirty="0"/>
              <a:t>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704709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649DB2-863F-4980-9B77-DEE7564CC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Майбутнє ШІ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E742D045-77C8-478B-A4B5-6AA9E0DA50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97781" y="1335821"/>
            <a:ext cx="6237127" cy="3549072"/>
          </a:xfrm>
          <a:prstGeom prst="rect">
            <a:avLst/>
          </a:prstGeom>
        </p:spPr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F73B731D-FAFC-4D0D-9069-3AC9CB3790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23900" y="2037360"/>
            <a:ext cx="3855720" cy="3011056"/>
          </a:xfrm>
        </p:spPr>
        <p:txBody>
          <a:bodyPr>
            <a:normAutofit fontScale="25000" lnSpcReduction="20000"/>
          </a:bodyPr>
          <a:lstStyle/>
          <a:p>
            <a:r>
              <a:rPr lang="ru-RU" sz="8000" dirty="0"/>
              <a:t>У </a:t>
            </a:r>
            <a:r>
              <a:rPr lang="ru-RU" sz="8000" dirty="0" err="1"/>
              <a:t>майбутньому</a:t>
            </a:r>
            <a:r>
              <a:rPr lang="ru-RU" sz="8000" dirty="0"/>
              <a:t> </a:t>
            </a:r>
            <a:r>
              <a:rPr lang="ru-RU" sz="8000" dirty="0" err="1"/>
              <a:t>штучний</a:t>
            </a:r>
            <a:r>
              <a:rPr lang="ru-RU" sz="8000" dirty="0"/>
              <a:t> </a:t>
            </a:r>
            <a:r>
              <a:rPr lang="ru-RU" sz="8000" dirty="0" err="1"/>
              <a:t>інтелект</a:t>
            </a:r>
            <a:r>
              <a:rPr lang="ru-RU" sz="8000" dirty="0"/>
              <a:t> стане </a:t>
            </a:r>
            <a:r>
              <a:rPr lang="ru-RU" sz="8000" dirty="0" err="1"/>
              <a:t>ще</a:t>
            </a:r>
            <a:r>
              <a:rPr lang="ru-RU" sz="8000" dirty="0"/>
              <a:t> </a:t>
            </a:r>
            <a:r>
              <a:rPr lang="ru-RU" sz="8000" dirty="0" err="1"/>
              <a:t>більш</a:t>
            </a:r>
            <a:r>
              <a:rPr lang="ru-RU" sz="8000" dirty="0"/>
              <a:t> </a:t>
            </a:r>
            <a:r>
              <a:rPr lang="ru-RU" sz="8000" dirty="0" err="1"/>
              <a:t>поширеним</a:t>
            </a:r>
            <a:r>
              <a:rPr lang="ru-RU" sz="8000" dirty="0"/>
              <a:t>. </a:t>
            </a:r>
            <a:r>
              <a:rPr lang="ru-RU" sz="8000" dirty="0" err="1"/>
              <a:t>Очікується</a:t>
            </a:r>
            <a:r>
              <a:rPr lang="ru-RU" sz="8000" dirty="0"/>
              <a:t> </a:t>
            </a:r>
            <a:r>
              <a:rPr lang="ru-RU" sz="8000" dirty="0" err="1"/>
              <a:t>розвиток</a:t>
            </a:r>
            <a:r>
              <a:rPr lang="ru-RU" sz="8000" dirty="0"/>
              <a:t> </a:t>
            </a:r>
            <a:r>
              <a:rPr lang="ru-RU" sz="8000" dirty="0" err="1"/>
              <a:t>розумних</a:t>
            </a:r>
            <a:r>
              <a:rPr lang="ru-RU" sz="8000" dirty="0"/>
              <a:t> </a:t>
            </a:r>
            <a:r>
              <a:rPr lang="ru-RU" sz="8000" dirty="0" err="1"/>
              <a:t>будинків</a:t>
            </a:r>
            <a:r>
              <a:rPr lang="ru-RU" sz="8000" dirty="0"/>
              <a:t>, </a:t>
            </a:r>
            <a:r>
              <a:rPr lang="ru-RU" sz="8000" dirty="0" err="1"/>
              <a:t>роботів-помічників</a:t>
            </a:r>
            <a:r>
              <a:rPr lang="ru-RU" sz="8000" dirty="0"/>
              <a:t>, </a:t>
            </a:r>
            <a:r>
              <a:rPr lang="ru-RU" sz="8000" dirty="0" err="1"/>
              <a:t>безпілотного</a:t>
            </a:r>
            <a:r>
              <a:rPr lang="ru-RU" sz="8000" dirty="0"/>
              <a:t> транспорту та </a:t>
            </a:r>
            <a:r>
              <a:rPr lang="ru-RU" sz="8000" dirty="0" err="1"/>
              <a:t>нових</a:t>
            </a:r>
            <a:r>
              <a:rPr lang="ru-RU" sz="8000" dirty="0"/>
              <a:t> </a:t>
            </a:r>
            <a:r>
              <a:rPr lang="ru-RU" sz="8000" dirty="0" err="1"/>
              <a:t>медичних</a:t>
            </a:r>
            <a:r>
              <a:rPr lang="ru-RU" sz="8000" dirty="0"/>
              <a:t> </a:t>
            </a:r>
            <a:r>
              <a:rPr lang="ru-RU" sz="8000" dirty="0" err="1"/>
              <a:t>технологій</a:t>
            </a:r>
            <a:r>
              <a:rPr lang="ru-RU" sz="8000" dirty="0"/>
              <a:t>.</a:t>
            </a:r>
          </a:p>
          <a:p>
            <a:r>
              <a:rPr lang="en-US" sz="8000" dirty="0"/>
              <a:t>AI </a:t>
            </a:r>
            <a:r>
              <a:rPr lang="ru-RU" sz="8000" dirty="0" err="1"/>
              <a:t>може</a:t>
            </a:r>
            <a:r>
              <a:rPr lang="ru-RU" sz="8000" dirty="0"/>
              <a:t> </a:t>
            </a:r>
            <a:r>
              <a:rPr lang="ru-RU" sz="8000" dirty="0" err="1"/>
              <a:t>значно</a:t>
            </a:r>
            <a:r>
              <a:rPr lang="ru-RU" sz="8000" dirty="0"/>
              <a:t> </a:t>
            </a:r>
            <a:r>
              <a:rPr lang="ru-RU" sz="8000" dirty="0" err="1"/>
              <a:t>покращити</a:t>
            </a:r>
            <a:r>
              <a:rPr lang="ru-RU" sz="8000" dirty="0"/>
              <a:t> </a:t>
            </a:r>
            <a:r>
              <a:rPr lang="ru-RU" sz="8000" dirty="0" err="1"/>
              <a:t>життя</a:t>
            </a:r>
            <a:r>
              <a:rPr lang="ru-RU" sz="8000" dirty="0"/>
              <a:t> людей, </a:t>
            </a:r>
            <a:r>
              <a:rPr lang="ru-RU" sz="8000" dirty="0" err="1"/>
              <a:t>якщо</a:t>
            </a:r>
            <a:r>
              <a:rPr lang="ru-RU" sz="8000" dirty="0"/>
              <a:t> </a:t>
            </a:r>
            <a:r>
              <a:rPr lang="ru-RU" sz="8000" dirty="0" err="1"/>
              <a:t>використовувати</a:t>
            </a:r>
            <a:r>
              <a:rPr lang="ru-RU" sz="8000" dirty="0"/>
              <a:t> </a:t>
            </a:r>
            <a:r>
              <a:rPr lang="ru-RU" sz="8000" dirty="0" err="1"/>
              <a:t>його</a:t>
            </a:r>
            <a:r>
              <a:rPr lang="ru-RU" sz="8000" dirty="0"/>
              <a:t> для </a:t>
            </a:r>
            <a:r>
              <a:rPr lang="ru-RU" sz="8000" dirty="0" err="1"/>
              <a:t>розвитку</a:t>
            </a:r>
            <a:r>
              <a:rPr lang="ru-RU" sz="8000" dirty="0"/>
              <a:t> науки, </a:t>
            </a:r>
            <a:r>
              <a:rPr lang="ru-RU" sz="8000" dirty="0" err="1"/>
              <a:t>освіти</a:t>
            </a:r>
            <a:r>
              <a:rPr lang="ru-RU" sz="8000" dirty="0"/>
              <a:t> та </a:t>
            </a:r>
            <a:r>
              <a:rPr lang="ru-RU" sz="8000" dirty="0" err="1"/>
              <a:t>медицини</a:t>
            </a:r>
            <a:r>
              <a:rPr lang="ru-RU" sz="8000" dirty="0"/>
              <a:t>. Головне — </a:t>
            </a:r>
            <a:r>
              <a:rPr lang="ru-RU" sz="8000" dirty="0" err="1"/>
              <a:t>поєднувати</a:t>
            </a:r>
            <a:r>
              <a:rPr lang="ru-RU" sz="8000" dirty="0"/>
              <a:t> </a:t>
            </a:r>
            <a:r>
              <a:rPr lang="ru-RU" sz="8000" dirty="0" err="1"/>
              <a:t>технології</a:t>
            </a:r>
            <a:r>
              <a:rPr lang="ru-RU" sz="8000" dirty="0"/>
              <a:t> з </a:t>
            </a:r>
            <a:r>
              <a:rPr lang="ru-RU" sz="8000" dirty="0" err="1"/>
              <a:t>людськими</a:t>
            </a:r>
            <a:r>
              <a:rPr lang="ru-RU" sz="8000" dirty="0"/>
              <a:t> </a:t>
            </a:r>
            <a:r>
              <a:rPr lang="ru-RU" sz="8000" dirty="0" err="1"/>
              <a:t>цінностями</a:t>
            </a:r>
            <a:r>
              <a:rPr lang="ru-RU" sz="8000" dirty="0"/>
              <a:t> та </a:t>
            </a:r>
            <a:r>
              <a:rPr lang="ru-RU" sz="8000" dirty="0" err="1"/>
              <a:t>відповідальністю</a:t>
            </a:r>
            <a:r>
              <a:rPr lang="ru-RU" sz="8000" dirty="0"/>
              <a:t>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16083430"/>
      </p:ext>
    </p:extLst>
  </p:cSld>
  <p:clrMapOvr>
    <a:masterClrMapping/>
  </p:clrMapOvr>
</p:sld>
</file>

<file path=ppt/theme/theme1.xml><?xml version="1.0" encoding="utf-8"?>
<a:theme xmlns:a="http://schemas.openxmlformats.org/drawingml/2006/main" name="Уголки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{4C04C482-797F-41C7-A803-A3252BD87E57}TFc3084226-2d0c-440f-9f46-6b48c7a7f6704bbe0077-9f3b6c2d6720</Template>
  <TotalTime>9</TotalTime>
  <Words>294</Words>
  <Application>Microsoft Office PowerPoint</Application>
  <PresentationFormat>Широкоэкранный</PresentationFormat>
  <Paragraphs>24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9" baseType="lpstr">
      <vt:lpstr>Arial</vt:lpstr>
      <vt:lpstr>Franklin Gothic Book</vt:lpstr>
      <vt:lpstr>Уголки</vt:lpstr>
      <vt:lpstr>Штучний інтелект у повсякденному житті</vt:lpstr>
      <vt:lpstr>ШІ у сучасному житті</vt:lpstr>
      <vt:lpstr>Де використовують ШІ</vt:lpstr>
      <vt:lpstr>Переваги ШІ</vt:lpstr>
      <vt:lpstr>Недоліки та ризики</vt:lpstr>
      <vt:lpstr>Майбутнє ШІ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Штучний інтелект у повсякденному житті</dc:title>
  <dc:creator>Артем Гордынский</dc:creator>
  <cp:lastModifiedBy>Артем Гордынский</cp:lastModifiedBy>
  <cp:revision>2</cp:revision>
  <dcterms:created xsi:type="dcterms:W3CDTF">2026-05-12T15:52:07Z</dcterms:created>
  <dcterms:modified xsi:type="dcterms:W3CDTF">2026-05-12T16:02:04Z</dcterms:modified>
</cp:coreProperties>
</file>